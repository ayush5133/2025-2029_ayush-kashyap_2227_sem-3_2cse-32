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4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73152" cy="6858000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INTERNSHIP</a:t>
            </a:r>
            <a:br/>
            <a:r>
              <a:t>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697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DCF0"/>
                </a:solidFill>
                <a:latin typeface="Aptos"/>
              </a:defRPr>
            </a:pPr>
            <a:r>
              <a:t>Artificial Intelligence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Codec Technologies Pvt.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4300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142D49"/>
                </a:solidFill>
                <a:latin typeface="Aptos Display"/>
              </a:defRPr>
            </a:pPr>
            <a:r>
              <a:t>AYUSH KASHYAP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187451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77AE"/>
                </a:solidFill>
                <a:latin typeface="Aptos"/>
              </a:defRPr>
            </a:pPr>
            <a:r>
              <a:t>Internship Duration: 01 July 2026 – 30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256032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0373F"/>
                </a:solidFill>
                <a:latin typeface="Aptos"/>
              </a:defRPr>
            </a:pPr>
            <a:r>
              <a:t>A presentation on my one-month Artificial Intelligence internship experience, learning outcomes and professional development.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7091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48920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6F78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193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AI Intern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47091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8920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6F78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5193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1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7091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48920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6F78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193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Virtual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Official details from my internship offer letter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91440" cy="1078992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6F78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Codec Technologies Pvt. Ltd.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91440" cy="1078992"/>
          </a:xfrm>
          <a:prstGeom prst="rect">
            <a:avLst/>
          </a:prstGeom>
          <a:solidFill>
            <a:srgbClr val="377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184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6F78"/>
                </a:solidFill>
                <a:latin typeface="Aptos"/>
              </a:defRPr>
            </a:pPr>
            <a:r>
              <a:t>Designation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Artificial Intelligence Intern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3464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34640"/>
            <a:ext cx="91440" cy="1078992"/>
          </a:xfrm>
          <a:prstGeom prst="rect">
            <a:avLst/>
          </a:prstGeom>
          <a:solidFill>
            <a:srgbClr val="EE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358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6F78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37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01/07/2026 to 30/07/2026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3464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91440" cy="1078992"/>
          </a:xfrm>
          <a:prstGeom prst="rect">
            <a:avLst/>
          </a:prstGeom>
          <a:solidFill>
            <a:srgbClr val="3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358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76F78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37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Pan India, Virtual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D49"/>
                </a:solidFill>
                <a:latin typeface="Aptos"/>
              </a:defRPr>
            </a:pPr>
            <a:r>
              <a:t>Internship 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10332720" cy="1417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0373F"/>
                </a:solidFill>
                <a:latin typeface="Aptos"/>
              </a:defRPr>
            </a:pPr>
            <a:r>
              <a:t>To gain industry-level exposure through assigned projects and training activities.</a:t>
            </a:r>
          </a:p>
          <a:p>
            <a:pPr>
              <a:spcAft>
                <a:spcPts val="1200"/>
              </a:spcAft>
              <a:defRPr sz="1500">
                <a:solidFill>
                  <a:srgbClr val="30373F"/>
                </a:solidFill>
                <a:latin typeface="Aptos"/>
              </a:defRPr>
            </a:pPr>
            <a:r>
              <a:t>To strengthen practical understanding and develop valuable technical skills.</a:t>
            </a:r>
          </a:p>
          <a:p>
            <a:pPr>
              <a:spcAft>
                <a:spcPts val="1200"/>
              </a:spcAft>
              <a:defRPr sz="1500">
                <a:solidFill>
                  <a:srgbClr val="30373F"/>
                </a:solidFill>
                <a:latin typeface="Aptos"/>
              </a:defRPr>
            </a:pPr>
            <a:r>
              <a:t>To experience a structured project environment with guidance and performance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Objectives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My key learning and development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691640"/>
            <a:ext cx="658368" cy="658368"/>
          </a:xfrm>
          <a:prstGeom prst="round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Practical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305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6F78"/>
                </a:solidFill>
                <a:latin typeface="Aptos"/>
              </a:defRPr>
            </a:pPr>
            <a:r>
              <a:t>Apply academic knowledge in a project-oriented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59" y="1691640"/>
            <a:ext cx="658368" cy="658368"/>
          </a:xfrm>
          <a:prstGeom prst="roundRect">
            <a:avLst/>
          </a:prstGeom>
          <a:solidFill>
            <a:srgbClr val="377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74519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Technical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305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6F78"/>
                </a:solidFill>
                <a:latin typeface="Aptos"/>
              </a:defRPr>
            </a:pPr>
            <a:r>
              <a:t>Strengthen my understanding of Artificial Intelligence concepts.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3749039"/>
            <a:ext cx="658368" cy="658368"/>
          </a:xfrm>
          <a:prstGeom prst="round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7490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1879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6F78"/>
                </a:solidFill>
                <a:latin typeface="Aptos"/>
              </a:defRPr>
            </a:pPr>
            <a:r>
              <a:t>Develop a structured approach to analysing tasks and finding solutions.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59" y="3749039"/>
            <a:ext cx="658368" cy="658368"/>
          </a:xfrm>
          <a:prstGeom prst="roundRect">
            <a:avLst/>
          </a:prstGeom>
          <a:solidFill>
            <a:srgbClr val="377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393192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7490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D49"/>
                </a:solidFill>
                <a:latin typeface="Aptos"/>
              </a:defRPr>
            </a:pPr>
            <a:r>
              <a:t>Professional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1879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6F78"/>
                </a:solidFill>
                <a:latin typeface="Aptos"/>
              </a:defRPr>
            </a:pPr>
            <a:r>
              <a:t>Improve communication, responsibility and consistency.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Learning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Key areas of learning during the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58368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Strengthened my foundation in Artificial Intelligence and its practical applications.</a:t>
            </a:r>
          </a:p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Worked through assigned internship activities in a structured learning environment.</a:t>
            </a:r>
          </a:p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Improved my ability to understand requirements and organise work systematically.</a:t>
            </a:r>
          </a:p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Developed independent learning and research habits while exploring new concepts.</a:t>
            </a:r>
          </a:p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Gained greater awareness of professional expectations, consistency and deadlines.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63040"/>
            <a:ext cx="3291840" cy="4389120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75320" y="1828800"/>
            <a:ext cx="457200" cy="457200"/>
          </a:xfrm>
          <a:prstGeom prst="round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476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105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031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6F78"/>
                </a:solidFill>
                <a:latin typeface="Aptos"/>
              </a:defRPr>
            </a:pPr>
            <a:r>
              <a:t>Understand concepts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743200"/>
            <a:ext cx="457200" cy="457200"/>
          </a:xfrm>
          <a:prstGeom prst="roundRect">
            <a:avLst/>
          </a:prstGeom>
          <a:solidFill>
            <a:srgbClr val="377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7249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017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6F78"/>
                </a:solidFill>
                <a:latin typeface="Aptos"/>
              </a:defRPr>
            </a:pPr>
            <a:r>
              <a:t>Complete assigned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657600"/>
            <a:ext cx="457200" cy="457200"/>
          </a:xfrm>
          <a:prstGeom prst="roundRect">
            <a:avLst/>
          </a:prstGeom>
          <a:solidFill>
            <a:srgbClr val="EE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7764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393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9319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6F78"/>
                </a:solidFill>
                <a:latin typeface="Aptos"/>
              </a:defRPr>
            </a:pPr>
            <a:r>
              <a:t>Identify improvements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572000"/>
            <a:ext cx="457200" cy="457200"/>
          </a:xfrm>
          <a:prstGeom prst="roundRect">
            <a:avLst/>
          </a:prstGeom>
          <a:solidFill>
            <a:srgbClr val="3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6908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5537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GROW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846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6F78"/>
                </a:solidFill>
                <a:latin typeface="Aptos"/>
              </a:defRPr>
            </a:pPr>
            <a:r>
              <a:t>Build stronger skills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Skills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Technical, analytical and professional skills strengthened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3429000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Artificial Intelligence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2852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76F78"/>
                </a:solidFill>
                <a:latin typeface="Aptos"/>
              </a:defRPr>
            </a:pPr>
            <a:r>
              <a:t>Better understanding of AI concepts and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3429000" cy="109728"/>
          </a:xfrm>
          <a:prstGeom prst="rect">
            <a:avLst/>
          </a:prstGeom>
          <a:solidFill>
            <a:srgbClr val="377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64792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Analytical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50008"/>
            <a:ext cx="2852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76F78"/>
                </a:solidFill>
                <a:latin typeface="Aptos"/>
              </a:defRPr>
            </a:pPr>
            <a:r>
              <a:t>Breaking tasks into smaller, manageable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417320"/>
            <a:ext cx="3429000" cy="109728"/>
          </a:xfrm>
          <a:prstGeom prst="rect">
            <a:avLst/>
          </a:prstGeom>
          <a:solidFill>
            <a:srgbClr val="EE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764792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Research &amp; Self-Learning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350008"/>
            <a:ext cx="2852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76F78"/>
                </a:solidFill>
                <a:latin typeface="Aptos"/>
              </a:defRPr>
            </a:pPr>
            <a:r>
              <a:t>Exploring and understanding unfamiliar concepts independently.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3429000" cy="109728"/>
          </a:xfrm>
          <a:prstGeom prst="rect">
            <a:avLst/>
          </a:prstGeom>
          <a:solidFill>
            <a:srgbClr val="3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13632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Project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98848"/>
            <a:ext cx="2852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76F78"/>
                </a:solidFill>
                <a:latin typeface="Aptos"/>
              </a:defRPr>
            </a:pPr>
            <a:r>
              <a:t>Working consistently towards assigned goals and timelines.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566160"/>
            <a:ext cx="3429000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913632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498848"/>
            <a:ext cx="2852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76F78"/>
                </a:solidFill>
                <a:latin typeface="Aptos"/>
              </a:defRPr>
            </a:pPr>
            <a:r>
              <a:t>Presenting work and learning outcomes more clearly.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566160"/>
            <a:ext cx="3429000" cy="109728"/>
          </a:xfrm>
          <a:prstGeom prst="rect">
            <a:avLst/>
          </a:prstGeom>
          <a:solidFill>
            <a:srgbClr val="377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913632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D49"/>
                </a:solidFill>
                <a:latin typeface="Aptos"/>
              </a:defRPr>
            </a:pPr>
            <a:r>
              <a:t>Adaptability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498848"/>
            <a:ext cx="2852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76F78"/>
                </a:solidFill>
                <a:latin typeface="Aptos"/>
              </a:defRPr>
            </a:pPr>
            <a:r>
              <a:t>Adjusting to new requirements and continuous learning.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Professional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What I gained beyond technical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0" cy="42976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The internship helped me connect academic learning with a practical and professional way of working.</a:t>
            </a:r>
          </a:p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I understood the importance of consistency, deadlines and taking responsibility for assigned work.</a:t>
            </a:r>
          </a:p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The experience encouraged me to continue improving my technical skills in Artificial Intelligence.</a:t>
            </a:r>
          </a:p>
          <a:p>
            <a:pPr>
              <a:spcAft>
                <a:spcPts val="1200"/>
              </a:spcAft>
              <a:defRPr sz="1700">
                <a:solidFill>
                  <a:srgbClr val="30373F"/>
                </a:solidFill>
                <a:latin typeface="Aptos"/>
              </a:defRPr>
            </a:pPr>
            <a:r>
              <a:t>It increased my confidence to take part in future projects and industry-oriented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554480"/>
            <a:ext cx="3566160" cy="4069080"/>
          </a:xfrm>
          <a:prstGeom prst="roundRect">
            <a:avLst/>
          </a:prstGeom>
          <a:solidFill>
            <a:srgbClr val="14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1488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“Knowledge becomes more valuable when it is applied to solve practical problems.”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617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D2EB"/>
                </a:solidFill>
                <a:latin typeface="Aptos"/>
              </a:defRPr>
            </a:pPr>
            <a:r>
              <a:t>INTERNSHIP 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Official Offer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Internship offer issued by Codec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27648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76F78"/>
                </a:solidFill>
                <a:latin typeface="Aptos"/>
              </a:defRPr>
            </a:pPr>
            <a:r>
              <a:t>Evidence of internship selection and role confirmation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2" name="Picture 11" descr="1554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00" y="1508760"/>
            <a:ext cx="299689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Internship Completion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Certificate awarded after completion of the one-month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1554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841" y="1298448"/>
            <a:ext cx="6548011" cy="4983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D49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76F78"/>
                </a:solidFill>
                <a:latin typeface="Aptos"/>
              </a:defRPr>
            </a:pPr>
            <a:r>
              <a:t>Summary of my internship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329184"/>
            <a:ext cx="777240" cy="384048"/>
          </a:xfrm>
          <a:prstGeom prst="round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4114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77A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463040"/>
            <a:ext cx="10241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4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874519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2D49"/>
                </a:solidFill>
                <a:latin typeface="Aptos"/>
              </a:defRPr>
            </a:pPr>
            <a:r>
              <a:t>The one-month internship at Codec Technologies was a valuable learning experience that helped me strengthen my understanding of Artificial Intelligence, improve my analytical and professional skills, and develop a stronger project-oriented mindset.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1188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30373F"/>
                </a:solidFill>
                <a:latin typeface="Aptos"/>
              </a:defRPr>
            </a:pPr>
            <a:r>
              <a:t>This experience has motivated me to continue learning, build stronger technical expertise, and take on more challenging opportunities in the future.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2397A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76F78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E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2881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6F78"/>
                </a:solidFill>
                <a:latin typeface="Aptos"/>
              </a:defRPr>
            </a:pPr>
            <a:r>
              <a:t>Internship Presentation • Codec Technologies Pvt.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7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